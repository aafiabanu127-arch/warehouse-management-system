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Mention full-stack deployment on cloud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of manual warehouse management in organizations.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objective. Emphasise RBAC, analytics and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3-tier architecture: React frontend calls DRF API which talks to PostgreSQL. GitHub Actions auto-deploys both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Django app owns one module. They are loosely coupled — testable and deployable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drf-spectacular for Swagger docs and Locust for performance testing — examiners often ask about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documentation folder — each type has a dedicated .md report. Locust results show 50 concurrent users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8 features map directly to the examiner requirements. Be ready to demo each one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URL during the demo. Mention that Render may take 30s to cold-start the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project. Offer to demo any specific feature the examiner wants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474720"/>
            <a:ext cx="1828800" cy="18288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Space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•  Django REST API + React TypeScript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&amp; Vercel  •  June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operations rely on spreadsheets causing errors and delays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Real-Time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6276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movements and space usage are invisible in real-time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 Access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— anyone can modify sensitive inventory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8346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3649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forecasting or classification — hard to plan for demand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04241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inventory tracking with real-time stock level updates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55064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550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JWT-based authentication with 4-tier RBAC (Admin / Manager / Staff / Viewer)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KPI dashboards with warehouse utilization charts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99008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ABC classification, demand forecasting and product velocity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027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63931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approval workflows for stock transfers and inventory adjustments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28853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with CI/CD automation via GitHub 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Vercel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627632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Render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627632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Managed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65176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65176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Queries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→ auto-deploy on push to main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1430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490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register, token refresh, role-based access (Admin/Manager/Staff/Viewer)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73752" y="11430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73752" y="1490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products, categories, inventory records, stock movements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5146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Warehouse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8620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hierarchy: Warehouse → Zone → Rack → Bin, utilization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4231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3752" y="25146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28620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classification, product velocity dashboard, demand forecasting (moving average)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38862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4233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request workflow and inventory adjustment approval with audit 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7947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73752" y="388620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4233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generation, CSV export, performance metrics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2070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5727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•  TypeScript  •  Vite  •  Tailwind CSS  •  Recharts  •  React Router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73752" y="12070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73752" y="15727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  •  Django REST Framework  •  SimpleJWT  •  drf-spectacular (Swagger)  •  Locust (perf testing)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4930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•  Django ORM  •  dj-database-url  •  Render Managed 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0FAFA"/>
          </a:solidFill>
          <a:ln w="12700">
            <a:solidFill>
              <a:srgbClr val="D1FAF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3752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34930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 •  Docker + Dockerfile  •  Render (backend)  •  Vercel (frontend)  •  Environment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4747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 / 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Unit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Django TestCase + Vitest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Models, serializers, React components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API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Postman + DRF Test 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All REST endpoints, auth, RBAC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Integration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Django Test Client + RTL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Frontend ↔ Backend full flow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UI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Vitest + React Testing Library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Forms, modals, protected routes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Security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users/security_tests.py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JWT, CORS, SQL injection, RBAC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Performance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Locust (locustfile.py)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50 concurrent users, &lt;500ms avg response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Validation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inventory/validation_tests.py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Input validation, edge cases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</a:rPr>
                        <a:t>UAT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Manual test scenarios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F0EF"/>
                          </a:solidFill>
                        </a:rPr>
                        <a:t>End-to-end user acceptance 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roles: Admin, Manager, Staff, Viewer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 bar chart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% analysis + pie chart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3-period moving average + line chart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&amp; adjustment requests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CSV 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movement reports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via GitHub 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0175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182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 auto-generated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Render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Django REST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22037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(managed)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688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Auto-deploy from 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3172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Environment variables secured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Procfile + Dockerfile included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12233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Vercel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+ TypeScript build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22037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Vite static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2688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Auto-deploy from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3172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VITE_API_BASE_URL configured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CDN edge delivery worldwide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Every push to main → GitHub Actions runs tests → auto-deploys to Render + Vercel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361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production-grade full-stack warehouse management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8541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8 core modules covering auth, inventory, analytics and approvals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79806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614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Render (backend) and Vercel (frontend) with CI/CD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1071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741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comprehensive test coverage across 8 testing 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867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features: ABC classification, velocity dashboard and demand forecasting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Space Optimization System</dc:title>
  <dc:subject>PptxGenJS Presentation</dc:subject>
  <dc:creator>PptxGenJS</dc:creator>
  <cp:lastModifiedBy>PptxGenJS</cp:lastModifiedBy>
  <cp:revision>1</cp:revision>
  <dcterms:created xsi:type="dcterms:W3CDTF">2026-06-20T12:43:29Z</dcterms:created>
  <dcterms:modified xsi:type="dcterms:W3CDTF">2026-06-20T12:43:29Z</dcterms:modified>
</cp:coreProperties>
</file>